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03CFB-5A41-4975-954F-212239FFA9A6}" v="397" dt="2026-01-26T21:06:56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669216FA-293F-4DFA-AF49-122081674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7814528" cy="6858000"/>
          </a:xfrm>
          <a:custGeom>
            <a:avLst/>
            <a:gdLst>
              <a:gd name="connsiteX0" fmla="*/ 7814528 w 7814528"/>
              <a:gd name="connsiteY0" fmla="*/ 0 h 6858000"/>
              <a:gd name="connsiteX1" fmla="*/ 4918634 w 7814528"/>
              <a:gd name="connsiteY1" fmla="*/ 0 h 6858000"/>
              <a:gd name="connsiteX2" fmla="*/ 3846377 w 7814528"/>
              <a:gd name="connsiteY2" fmla="*/ 0 h 6858000"/>
              <a:gd name="connsiteX3" fmla="*/ 1560224 w 7814528"/>
              <a:gd name="connsiteY3" fmla="*/ 0 h 6858000"/>
              <a:gd name="connsiteX4" fmla="*/ 1545811 w 7814528"/>
              <a:gd name="connsiteY4" fmla="*/ 52964 h 6858000"/>
              <a:gd name="connsiteX5" fmla="*/ 1507504 w 7814528"/>
              <a:gd name="connsiteY5" fmla="*/ 89121 h 6858000"/>
              <a:gd name="connsiteX6" fmla="*/ 1509331 w 7814528"/>
              <a:gd name="connsiteY6" fmla="*/ 143623 h 6858000"/>
              <a:gd name="connsiteX7" fmla="*/ 1476497 w 7814528"/>
              <a:gd name="connsiteY7" fmla="*/ 182099 h 6858000"/>
              <a:gd name="connsiteX8" fmla="*/ 1448939 w 7814528"/>
              <a:gd name="connsiteY8" fmla="*/ 236597 h 6858000"/>
              <a:gd name="connsiteX9" fmla="*/ 1420047 w 7814528"/>
              <a:gd name="connsiteY9" fmla="*/ 334926 h 6858000"/>
              <a:gd name="connsiteX10" fmla="*/ 1379508 w 7814528"/>
              <a:gd name="connsiteY10" fmla="*/ 455615 h 6858000"/>
              <a:gd name="connsiteX11" fmla="*/ 1387994 w 7814528"/>
              <a:gd name="connsiteY11" fmla="*/ 515581 h 6858000"/>
              <a:gd name="connsiteX12" fmla="*/ 1369494 w 7814528"/>
              <a:gd name="connsiteY12" fmla="*/ 600848 h 6858000"/>
              <a:gd name="connsiteX13" fmla="*/ 1385058 w 7814528"/>
              <a:gd name="connsiteY13" fmla="*/ 712462 h 6858000"/>
              <a:gd name="connsiteX14" fmla="*/ 1312535 w 7814528"/>
              <a:gd name="connsiteY14" fmla="*/ 779617 h 6858000"/>
              <a:gd name="connsiteX15" fmla="*/ 1327355 w 7814528"/>
              <a:gd name="connsiteY15" fmla="*/ 890133 h 6858000"/>
              <a:gd name="connsiteX16" fmla="*/ 1366472 w 7814528"/>
              <a:gd name="connsiteY16" fmla="*/ 950605 h 6858000"/>
              <a:gd name="connsiteX17" fmla="*/ 1386886 w 7814528"/>
              <a:gd name="connsiteY17" fmla="*/ 1051638 h 6858000"/>
              <a:gd name="connsiteX18" fmla="*/ 1370890 w 7814528"/>
              <a:gd name="connsiteY18" fmla="*/ 1102487 h 6858000"/>
              <a:gd name="connsiteX19" fmla="*/ 1341022 w 7814528"/>
              <a:gd name="connsiteY19" fmla="*/ 1164961 h 6858000"/>
              <a:gd name="connsiteX20" fmla="*/ 1342836 w 7814528"/>
              <a:gd name="connsiteY20" fmla="*/ 1249089 h 6858000"/>
              <a:gd name="connsiteX21" fmla="*/ 1306738 w 7814528"/>
              <a:gd name="connsiteY21" fmla="*/ 1345177 h 6858000"/>
              <a:gd name="connsiteX22" fmla="*/ 1300572 w 7814528"/>
              <a:gd name="connsiteY22" fmla="*/ 1349556 h 6858000"/>
              <a:gd name="connsiteX23" fmla="*/ 1299545 w 7814528"/>
              <a:gd name="connsiteY23" fmla="*/ 1357170 h 6858000"/>
              <a:gd name="connsiteX24" fmla="*/ 1303870 w 7814528"/>
              <a:gd name="connsiteY24" fmla="*/ 1361656 h 6858000"/>
              <a:gd name="connsiteX25" fmla="*/ 1291699 w 7814528"/>
              <a:gd name="connsiteY25" fmla="*/ 1421105 h 6858000"/>
              <a:gd name="connsiteX26" fmla="*/ 1268505 w 7814528"/>
              <a:gd name="connsiteY26" fmla="*/ 1489998 h 6858000"/>
              <a:gd name="connsiteX27" fmla="*/ 1273852 w 7814528"/>
              <a:gd name="connsiteY27" fmla="*/ 1558391 h 6858000"/>
              <a:gd name="connsiteX28" fmla="*/ 1269886 w 7814528"/>
              <a:gd name="connsiteY28" fmla="*/ 1634781 h 6858000"/>
              <a:gd name="connsiteX29" fmla="*/ 1267725 w 7814528"/>
              <a:gd name="connsiteY29" fmla="*/ 1680343 h 6858000"/>
              <a:gd name="connsiteX30" fmla="*/ 1245845 w 7814528"/>
              <a:gd name="connsiteY30" fmla="*/ 1810891 h 6858000"/>
              <a:gd name="connsiteX31" fmla="*/ 1197494 w 7814528"/>
              <a:gd name="connsiteY31" fmla="*/ 1985855 h 6858000"/>
              <a:gd name="connsiteX32" fmla="*/ 1180450 w 7814528"/>
              <a:gd name="connsiteY32" fmla="*/ 2025741 h 6858000"/>
              <a:gd name="connsiteX33" fmla="*/ 1180389 w 7814528"/>
              <a:gd name="connsiteY33" fmla="*/ 2031780 h 6858000"/>
              <a:gd name="connsiteX34" fmla="*/ 1173755 w 7814528"/>
              <a:gd name="connsiteY34" fmla="*/ 2064932 h 6858000"/>
              <a:gd name="connsiteX35" fmla="*/ 1178518 w 7814528"/>
              <a:gd name="connsiteY35" fmla="*/ 2118139 h 6858000"/>
              <a:gd name="connsiteX36" fmla="*/ 1185141 w 7814528"/>
              <a:gd name="connsiteY36" fmla="*/ 2154737 h 6858000"/>
              <a:gd name="connsiteX37" fmla="*/ 1185020 w 7814528"/>
              <a:gd name="connsiteY37" fmla="*/ 2259305 h 6858000"/>
              <a:gd name="connsiteX38" fmla="*/ 1178049 w 7814528"/>
              <a:gd name="connsiteY38" fmla="*/ 2517573 h 6858000"/>
              <a:gd name="connsiteX39" fmla="*/ 1179496 w 7814528"/>
              <a:gd name="connsiteY39" fmla="*/ 2636046 h 6858000"/>
              <a:gd name="connsiteX40" fmla="*/ 1192574 w 7814528"/>
              <a:gd name="connsiteY40" fmla="*/ 2780324 h 6858000"/>
              <a:gd name="connsiteX41" fmla="*/ 1158036 w 7814528"/>
              <a:gd name="connsiteY41" fmla="*/ 3022588 h 6858000"/>
              <a:gd name="connsiteX42" fmla="*/ 1150044 w 7814528"/>
              <a:gd name="connsiteY42" fmla="*/ 3399727 h 6858000"/>
              <a:gd name="connsiteX43" fmla="*/ 1150150 w 7814528"/>
              <a:gd name="connsiteY43" fmla="*/ 3673177 h 6858000"/>
              <a:gd name="connsiteX44" fmla="*/ 1151174 w 7814528"/>
              <a:gd name="connsiteY44" fmla="*/ 3675779 h 6858000"/>
              <a:gd name="connsiteX45" fmla="*/ 1149664 w 7814528"/>
              <a:gd name="connsiteY45" fmla="*/ 3703595 h 6858000"/>
              <a:gd name="connsiteX46" fmla="*/ 1132881 w 7814528"/>
              <a:gd name="connsiteY46" fmla="*/ 3833633 h 6858000"/>
              <a:gd name="connsiteX47" fmla="*/ 1134815 w 7814528"/>
              <a:gd name="connsiteY47" fmla="*/ 3841018 h 6858000"/>
              <a:gd name="connsiteX48" fmla="*/ 1120250 w 7814528"/>
              <a:gd name="connsiteY48" fmla="*/ 3887430 h 6858000"/>
              <a:gd name="connsiteX49" fmla="*/ 1102131 w 7814528"/>
              <a:gd name="connsiteY49" fmla="*/ 4004432 h 6858000"/>
              <a:gd name="connsiteX50" fmla="*/ 1023613 w 7814528"/>
              <a:gd name="connsiteY50" fmla="*/ 4326337 h 6858000"/>
              <a:gd name="connsiteX51" fmla="*/ 978637 w 7814528"/>
              <a:gd name="connsiteY51" fmla="*/ 4400454 h 6858000"/>
              <a:gd name="connsiteX52" fmla="*/ 965082 w 7814528"/>
              <a:gd name="connsiteY52" fmla="*/ 4458968 h 6858000"/>
              <a:gd name="connsiteX53" fmla="*/ 920188 w 7814528"/>
              <a:gd name="connsiteY53" fmla="*/ 4639226 h 6858000"/>
              <a:gd name="connsiteX54" fmla="*/ 742368 w 7814528"/>
              <a:gd name="connsiteY54" fmla="*/ 4844222 h 6858000"/>
              <a:gd name="connsiteX55" fmla="*/ 607456 w 7814528"/>
              <a:gd name="connsiteY55" fmla="*/ 4966224 h 6858000"/>
              <a:gd name="connsiteX56" fmla="*/ 508178 w 7814528"/>
              <a:gd name="connsiteY56" fmla="*/ 5187685 h 6858000"/>
              <a:gd name="connsiteX57" fmla="*/ 534294 w 7814528"/>
              <a:gd name="connsiteY57" fmla="*/ 5284615 h 6858000"/>
              <a:gd name="connsiteX58" fmla="*/ 447707 w 7814528"/>
              <a:gd name="connsiteY58" fmla="*/ 5395474 h 6858000"/>
              <a:gd name="connsiteX59" fmla="*/ 387935 w 7814528"/>
              <a:gd name="connsiteY59" fmla="*/ 5513206 h 6858000"/>
              <a:gd name="connsiteX60" fmla="*/ 292998 w 7814528"/>
              <a:gd name="connsiteY60" fmla="*/ 5606846 h 6858000"/>
              <a:gd name="connsiteX61" fmla="*/ 312720 w 7814528"/>
              <a:gd name="connsiteY61" fmla="*/ 5718432 h 6858000"/>
              <a:gd name="connsiteX62" fmla="*/ 303403 w 7814528"/>
              <a:gd name="connsiteY62" fmla="*/ 5763866 h 6858000"/>
              <a:gd name="connsiteX63" fmla="*/ 274115 w 7814528"/>
              <a:gd name="connsiteY63" fmla="*/ 5897456 h 6858000"/>
              <a:gd name="connsiteX64" fmla="*/ 267877 w 7814528"/>
              <a:gd name="connsiteY64" fmla="*/ 5939124 h 6858000"/>
              <a:gd name="connsiteX65" fmla="*/ 258663 w 7814528"/>
              <a:gd name="connsiteY65" fmla="*/ 6050242 h 6858000"/>
              <a:gd name="connsiteX66" fmla="*/ 283914 w 7814528"/>
              <a:gd name="connsiteY66" fmla="*/ 6117636 h 6858000"/>
              <a:gd name="connsiteX67" fmla="*/ 322438 w 7814528"/>
              <a:gd name="connsiteY67" fmla="*/ 6227890 h 6858000"/>
              <a:gd name="connsiteX68" fmla="*/ 311534 w 7814528"/>
              <a:gd name="connsiteY68" fmla="*/ 6270812 h 6858000"/>
              <a:gd name="connsiteX69" fmla="*/ 280671 w 7814528"/>
              <a:gd name="connsiteY69" fmla="*/ 6223342 h 6858000"/>
              <a:gd name="connsiteX70" fmla="*/ 280789 w 7814528"/>
              <a:gd name="connsiteY70" fmla="*/ 6292076 h 6858000"/>
              <a:gd name="connsiteX71" fmla="*/ 278411 w 7814528"/>
              <a:gd name="connsiteY71" fmla="*/ 6346762 h 6858000"/>
              <a:gd name="connsiteX72" fmla="*/ 196833 w 7814528"/>
              <a:gd name="connsiteY72" fmla="*/ 6404216 h 6858000"/>
              <a:gd name="connsiteX73" fmla="*/ 186183 w 7814528"/>
              <a:gd name="connsiteY73" fmla="*/ 6460270 h 6858000"/>
              <a:gd name="connsiteX74" fmla="*/ 134005 w 7814528"/>
              <a:gd name="connsiteY74" fmla="*/ 6493382 h 6858000"/>
              <a:gd name="connsiteX75" fmla="*/ 131368 w 7814528"/>
              <a:gd name="connsiteY75" fmla="*/ 6500603 h 6858000"/>
              <a:gd name="connsiteX76" fmla="*/ 134632 w 7814528"/>
              <a:gd name="connsiteY76" fmla="*/ 6505906 h 6858000"/>
              <a:gd name="connsiteX77" fmla="*/ 109997 w 7814528"/>
              <a:gd name="connsiteY77" fmla="*/ 6561395 h 6858000"/>
              <a:gd name="connsiteX78" fmla="*/ 97687 w 7814528"/>
              <a:gd name="connsiteY78" fmla="*/ 6623770 h 6858000"/>
              <a:gd name="connsiteX79" fmla="*/ 53082 w 7814528"/>
              <a:gd name="connsiteY79" fmla="*/ 6696748 h 6858000"/>
              <a:gd name="connsiteX80" fmla="*/ 42878 w 7814528"/>
              <a:gd name="connsiteY80" fmla="*/ 6765511 h 6858000"/>
              <a:gd name="connsiteX81" fmla="*/ 30999 w 7814528"/>
              <a:gd name="connsiteY81" fmla="*/ 6809563 h 6858000"/>
              <a:gd name="connsiteX82" fmla="*/ 154 w 7814528"/>
              <a:gd name="connsiteY82" fmla="*/ 6857440 h 6858000"/>
              <a:gd name="connsiteX83" fmla="*/ 0 w 7814528"/>
              <a:gd name="connsiteY83" fmla="*/ 6858000 h 6858000"/>
              <a:gd name="connsiteX84" fmla="*/ 3846377 w 7814528"/>
              <a:gd name="connsiteY84" fmla="*/ 6858000 h 6858000"/>
              <a:gd name="connsiteX85" fmla="*/ 4918634 w 7814528"/>
              <a:gd name="connsiteY85" fmla="*/ 6858000 h 6858000"/>
              <a:gd name="connsiteX86" fmla="*/ 7814528 w 7814528"/>
              <a:gd name="connsiteY8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7814528" h="6858000">
                <a:moveTo>
                  <a:pt x="7814528" y="0"/>
                </a:moveTo>
                <a:lnTo>
                  <a:pt x="4918634" y="0"/>
                </a:lnTo>
                <a:lnTo>
                  <a:pt x="3846377" y="0"/>
                </a:lnTo>
                <a:lnTo>
                  <a:pt x="1560224" y="0"/>
                </a:lnTo>
                <a:lnTo>
                  <a:pt x="1545811" y="52964"/>
                </a:lnTo>
                <a:cubicBezTo>
                  <a:pt x="1528410" y="78177"/>
                  <a:pt x="1517810" y="67775"/>
                  <a:pt x="1507504" y="89121"/>
                </a:cubicBezTo>
                <a:cubicBezTo>
                  <a:pt x="1508113" y="107288"/>
                  <a:pt x="1508722" y="125456"/>
                  <a:pt x="1509331" y="143623"/>
                </a:cubicBezTo>
                <a:cubicBezTo>
                  <a:pt x="1506516" y="157505"/>
                  <a:pt x="1450948" y="154163"/>
                  <a:pt x="1476497" y="182099"/>
                </a:cubicBezTo>
                <a:cubicBezTo>
                  <a:pt x="1477289" y="203409"/>
                  <a:pt x="1453597" y="215198"/>
                  <a:pt x="1448939" y="236597"/>
                </a:cubicBezTo>
                <a:cubicBezTo>
                  <a:pt x="1404813" y="323811"/>
                  <a:pt x="1432514" y="275061"/>
                  <a:pt x="1420047" y="334926"/>
                </a:cubicBezTo>
                <a:cubicBezTo>
                  <a:pt x="1410313" y="400073"/>
                  <a:pt x="1422800" y="355936"/>
                  <a:pt x="1379508" y="455615"/>
                </a:cubicBezTo>
                <a:cubicBezTo>
                  <a:pt x="1385931" y="489229"/>
                  <a:pt x="1380690" y="490382"/>
                  <a:pt x="1387994" y="515581"/>
                </a:cubicBezTo>
                <a:cubicBezTo>
                  <a:pt x="1405790" y="523813"/>
                  <a:pt x="1354208" y="591261"/>
                  <a:pt x="1369494" y="600848"/>
                </a:cubicBezTo>
                <a:cubicBezTo>
                  <a:pt x="1369503" y="646426"/>
                  <a:pt x="1385049" y="666884"/>
                  <a:pt x="1385058" y="712462"/>
                </a:cubicBezTo>
                <a:cubicBezTo>
                  <a:pt x="1371578" y="737413"/>
                  <a:pt x="1301411" y="773001"/>
                  <a:pt x="1312535" y="779617"/>
                </a:cubicBezTo>
                <a:cubicBezTo>
                  <a:pt x="1306880" y="822322"/>
                  <a:pt x="1322795" y="848662"/>
                  <a:pt x="1327355" y="890133"/>
                </a:cubicBezTo>
                <a:cubicBezTo>
                  <a:pt x="1310340" y="948105"/>
                  <a:pt x="1361739" y="906205"/>
                  <a:pt x="1366472" y="950605"/>
                </a:cubicBezTo>
                <a:lnTo>
                  <a:pt x="1386886" y="1051638"/>
                </a:lnTo>
                <a:lnTo>
                  <a:pt x="1370890" y="1102487"/>
                </a:lnTo>
                <a:lnTo>
                  <a:pt x="1341022" y="1164961"/>
                </a:lnTo>
                <a:cubicBezTo>
                  <a:pt x="1325635" y="1231008"/>
                  <a:pt x="1335585" y="1221954"/>
                  <a:pt x="1342836" y="1249089"/>
                </a:cubicBezTo>
                <a:cubicBezTo>
                  <a:pt x="1331059" y="1279763"/>
                  <a:pt x="1300805" y="1310433"/>
                  <a:pt x="1306738" y="1345177"/>
                </a:cubicBezTo>
                <a:cubicBezTo>
                  <a:pt x="1303557" y="1343687"/>
                  <a:pt x="1301735" y="1345624"/>
                  <a:pt x="1300572" y="1349556"/>
                </a:cubicBezTo>
                <a:lnTo>
                  <a:pt x="1299545" y="1357170"/>
                </a:lnTo>
                <a:lnTo>
                  <a:pt x="1303870" y="1361656"/>
                </a:lnTo>
                <a:cubicBezTo>
                  <a:pt x="1318344" y="1380369"/>
                  <a:pt x="1296755" y="1386887"/>
                  <a:pt x="1291699" y="1421105"/>
                </a:cubicBezTo>
                <a:cubicBezTo>
                  <a:pt x="1288206" y="1437353"/>
                  <a:pt x="1272286" y="1493313"/>
                  <a:pt x="1268505" y="1489998"/>
                </a:cubicBezTo>
                <a:lnTo>
                  <a:pt x="1273852" y="1558391"/>
                </a:lnTo>
                <a:cubicBezTo>
                  <a:pt x="1249752" y="1600697"/>
                  <a:pt x="1278105" y="1594593"/>
                  <a:pt x="1269886" y="1634781"/>
                </a:cubicBezTo>
                <a:cubicBezTo>
                  <a:pt x="1260574" y="1657385"/>
                  <a:pt x="1258711" y="1670409"/>
                  <a:pt x="1267725" y="1680343"/>
                </a:cubicBezTo>
                <a:cubicBezTo>
                  <a:pt x="1222526" y="1786031"/>
                  <a:pt x="1264454" y="1728006"/>
                  <a:pt x="1245845" y="1810891"/>
                </a:cubicBezTo>
                <a:cubicBezTo>
                  <a:pt x="1231459" y="1866045"/>
                  <a:pt x="1220375" y="1923519"/>
                  <a:pt x="1197494" y="1985855"/>
                </a:cubicBezTo>
                <a:lnTo>
                  <a:pt x="1180450" y="2025741"/>
                </a:lnTo>
                <a:lnTo>
                  <a:pt x="1180389" y="2031780"/>
                </a:lnTo>
                <a:cubicBezTo>
                  <a:pt x="1179373" y="2043912"/>
                  <a:pt x="1177313" y="2055306"/>
                  <a:pt x="1173755" y="2064932"/>
                </a:cubicBezTo>
                <a:cubicBezTo>
                  <a:pt x="1187987" y="2054984"/>
                  <a:pt x="1167308" y="2109329"/>
                  <a:pt x="1178518" y="2118139"/>
                </a:cubicBezTo>
                <a:cubicBezTo>
                  <a:pt x="1187958" y="2122956"/>
                  <a:pt x="1183883" y="2140566"/>
                  <a:pt x="1185141" y="2154737"/>
                </a:cubicBezTo>
                <a:cubicBezTo>
                  <a:pt x="1193612" y="2166165"/>
                  <a:pt x="1190732" y="2235860"/>
                  <a:pt x="1185020" y="2259305"/>
                </a:cubicBezTo>
                <a:lnTo>
                  <a:pt x="1178049" y="2517573"/>
                </a:lnTo>
                <a:cubicBezTo>
                  <a:pt x="1177128" y="2580363"/>
                  <a:pt x="1171628" y="2600315"/>
                  <a:pt x="1179496" y="2636046"/>
                </a:cubicBezTo>
                <a:cubicBezTo>
                  <a:pt x="1184616" y="2688494"/>
                  <a:pt x="1163332" y="2741828"/>
                  <a:pt x="1192574" y="2780324"/>
                </a:cubicBezTo>
                <a:cubicBezTo>
                  <a:pt x="1179558" y="2884035"/>
                  <a:pt x="1185698" y="2922794"/>
                  <a:pt x="1158036" y="3022588"/>
                </a:cubicBezTo>
                <a:cubicBezTo>
                  <a:pt x="1152947" y="3137700"/>
                  <a:pt x="1151991" y="3299532"/>
                  <a:pt x="1150044" y="3399727"/>
                </a:cubicBezTo>
                <a:cubicBezTo>
                  <a:pt x="1150079" y="3490877"/>
                  <a:pt x="1150115" y="3582027"/>
                  <a:pt x="1150150" y="3673177"/>
                </a:cubicBezTo>
                <a:lnTo>
                  <a:pt x="1151174" y="3675779"/>
                </a:lnTo>
                <a:cubicBezTo>
                  <a:pt x="1153016" y="3688315"/>
                  <a:pt x="1151974" y="3696849"/>
                  <a:pt x="1149664" y="3703595"/>
                </a:cubicBezTo>
                <a:lnTo>
                  <a:pt x="1132881" y="3833633"/>
                </a:lnTo>
                <a:lnTo>
                  <a:pt x="1134815" y="3841018"/>
                </a:lnTo>
                <a:lnTo>
                  <a:pt x="1120250" y="3887430"/>
                </a:lnTo>
                <a:cubicBezTo>
                  <a:pt x="1105791" y="3928762"/>
                  <a:pt x="1111561" y="3966554"/>
                  <a:pt x="1102131" y="4004432"/>
                </a:cubicBezTo>
                <a:cubicBezTo>
                  <a:pt x="1064064" y="4136055"/>
                  <a:pt x="1040701" y="4260393"/>
                  <a:pt x="1023613" y="4326337"/>
                </a:cubicBezTo>
                <a:cubicBezTo>
                  <a:pt x="1011608" y="4366877"/>
                  <a:pt x="986978" y="4380936"/>
                  <a:pt x="978637" y="4400454"/>
                </a:cubicBezTo>
                <a:cubicBezTo>
                  <a:pt x="973638" y="4417006"/>
                  <a:pt x="948720" y="4442947"/>
                  <a:pt x="965082" y="4458968"/>
                </a:cubicBezTo>
                <a:cubicBezTo>
                  <a:pt x="925918" y="4546524"/>
                  <a:pt x="944438" y="4565414"/>
                  <a:pt x="920188" y="4639226"/>
                </a:cubicBezTo>
                <a:lnTo>
                  <a:pt x="742368" y="4844222"/>
                </a:lnTo>
                <a:lnTo>
                  <a:pt x="607456" y="4966224"/>
                </a:lnTo>
                <a:cubicBezTo>
                  <a:pt x="552467" y="5030691"/>
                  <a:pt x="542133" y="5141843"/>
                  <a:pt x="508178" y="5187685"/>
                </a:cubicBezTo>
                <a:lnTo>
                  <a:pt x="534294" y="5284615"/>
                </a:lnTo>
                <a:lnTo>
                  <a:pt x="447707" y="5395474"/>
                </a:lnTo>
                <a:cubicBezTo>
                  <a:pt x="437363" y="5431641"/>
                  <a:pt x="402113" y="5463532"/>
                  <a:pt x="387935" y="5513206"/>
                </a:cubicBezTo>
                <a:cubicBezTo>
                  <a:pt x="364458" y="5574781"/>
                  <a:pt x="356661" y="5518667"/>
                  <a:pt x="292998" y="5606846"/>
                </a:cubicBezTo>
                <a:cubicBezTo>
                  <a:pt x="292067" y="5641050"/>
                  <a:pt x="310984" y="5692261"/>
                  <a:pt x="312720" y="5718432"/>
                </a:cubicBezTo>
                <a:cubicBezTo>
                  <a:pt x="328340" y="5730258"/>
                  <a:pt x="290524" y="5751252"/>
                  <a:pt x="303403" y="5763866"/>
                </a:cubicBezTo>
                <a:lnTo>
                  <a:pt x="274115" y="5897456"/>
                </a:lnTo>
                <a:cubicBezTo>
                  <a:pt x="255595" y="5918965"/>
                  <a:pt x="258427" y="5930296"/>
                  <a:pt x="267877" y="5939124"/>
                </a:cubicBezTo>
                <a:cubicBezTo>
                  <a:pt x="253196" y="5979642"/>
                  <a:pt x="263098" y="6008758"/>
                  <a:pt x="258663" y="6050242"/>
                </a:cubicBezTo>
                <a:cubicBezTo>
                  <a:pt x="229611" y="6103262"/>
                  <a:pt x="288809" y="6073252"/>
                  <a:pt x="283914" y="6117636"/>
                </a:cubicBezTo>
                <a:lnTo>
                  <a:pt x="322438" y="6227890"/>
                </a:lnTo>
                <a:lnTo>
                  <a:pt x="311534" y="6270812"/>
                </a:lnTo>
                <a:lnTo>
                  <a:pt x="280671" y="6223342"/>
                </a:lnTo>
                <a:lnTo>
                  <a:pt x="280789" y="6292076"/>
                </a:lnTo>
                <a:lnTo>
                  <a:pt x="278411" y="6346762"/>
                </a:lnTo>
                <a:cubicBezTo>
                  <a:pt x="249219" y="6408016"/>
                  <a:pt x="195566" y="6376164"/>
                  <a:pt x="196833" y="6404216"/>
                </a:cubicBezTo>
                <a:cubicBezTo>
                  <a:pt x="178751" y="6431680"/>
                  <a:pt x="187838" y="6425066"/>
                  <a:pt x="186183" y="6460270"/>
                </a:cubicBezTo>
                <a:cubicBezTo>
                  <a:pt x="183397" y="6458140"/>
                  <a:pt x="135985" y="6489789"/>
                  <a:pt x="134005" y="6493382"/>
                </a:cubicBezTo>
                <a:lnTo>
                  <a:pt x="131368" y="6500603"/>
                </a:lnTo>
                <a:lnTo>
                  <a:pt x="134632" y="6505906"/>
                </a:lnTo>
                <a:cubicBezTo>
                  <a:pt x="144760" y="6527264"/>
                  <a:pt x="122272" y="6529041"/>
                  <a:pt x="109997" y="6561395"/>
                </a:cubicBezTo>
                <a:cubicBezTo>
                  <a:pt x="103101" y="6576527"/>
                  <a:pt x="100671" y="6627814"/>
                  <a:pt x="97687" y="6623770"/>
                </a:cubicBezTo>
                <a:lnTo>
                  <a:pt x="53082" y="6696748"/>
                </a:lnTo>
                <a:cubicBezTo>
                  <a:pt x="20465" y="6732956"/>
                  <a:pt x="59523" y="6727996"/>
                  <a:pt x="42878" y="6765511"/>
                </a:cubicBezTo>
                <a:cubicBezTo>
                  <a:pt x="28934" y="6785613"/>
                  <a:pt x="24323" y="6797941"/>
                  <a:pt x="30999" y="6809563"/>
                </a:cubicBezTo>
                <a:cubicBezTo>
                  <a:pt x="14295" y="6832974"/>
                  <a:pt x="5105" y="6847546"/>
                  <a:pt x="154" y="6857440"/>
                </a:cubicBezTo>
                <a:lnTo>
                  <a:pt x="0" y="6858000"/>
                </a:lnTo>
                <a:lnTo>
                  <a:pt x="3846377" y="6858000"/>
                </a:lnTo>
                <a:lnTo>
                  <a:pt x="4918634" y="6858000"/>
                </a:lnTo>
                <a:lnTo>
                  <a:pt x="7814528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hu-HU" sz="4400">
                <a:ea typeface="+mj-lt"/>
                <a:cs typeface="+mj-lt"/>
              </a:rPr>
              <a:t>Der CS2 Market Crash</a:t>
            </a:r>
            <a:endParaRPr lang="hu-HU" sz="440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918647" y="3790747"/>
            <a:ext cx="3473327" cy="113684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1800" i="1">
                <a:ea typeface="+mn-lt"/>
                <a:cs typeface="+mn-lt"/>
              </a:rPr>
              <a:t>A CS2 market összeomlás</a:t>
            </a:r>
            <a:endParaRPr lang="hu-HU" sz="1800">
              <a:ea typeface="+mn-lt"/>
              <a:cs typeface="+mn-lt"/>
            </a:endParaRPr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885504CF-B07B-45CD-B2B9-77F91DFDF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5522" y="578738"/>
            <a:ext cx="6596369" cy="5615588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C6F0F1BD-D7E0-40DE-8DBF-8152D3191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5159" y="255475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Kép 6" descr="A képen szöveg, képernyőkép, diagram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52DDE079-9995-936F-1B1A-58B964F7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899" y="854665"/>
            <a:ext cx="6129502" cy="5118133"/>
          </a:xfrm>
          <a:prstGeom prst="rect">
            <a:avLst/>
          </a:prstGeom>
        </p:spPr>
      </p:pic>
      <p:sp>
        <p:nvSpPr>
          <p:cNvPr id="28" name="Nyíl: felfelé mutató 27">
            <a:extLst>
              <a:ext uri="{FF2B5EF4-FFF2-40B4-BE49-F238E27FC236}">
                <a16:creationId xmlns:a16="http://schemas.microsoft.com/office/drawing/2014/main" id="{A6789715-59F3-24F2-BF69-8354671F2A5F}"/>
              </a:ext>
            </a:extLst>
          </p:cNvPr>
          <p:cNvSpPr/>
          <p:nvPr/>
        </p:nvSpPr>
        <p:spPr>
          <a:xfrm rot="-1320000">
            <a:off x="8868704" y="3760324"/>
            <a:ext cx="388483" cy="383830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0E0B0D-F32B-65A6-4EE1-DAB9202A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hu-HU" dirty="0" err="1">
                <a:ea typeface="+mj-lt"/>
                <a:cs typeface="+mj-lt"/>
              </a:rPr>
              <a:t>Was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ist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der</a:t>
            </a:r>
            <a:r>
              <a:rPr lang="hu-HU" dirty="0">
                <a:ea typeface="+mj-lt"/>
                <a:cs typeface="+mj-lt"/>
              </a:rPr>
              <a:t> CS2 Market?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5FCAB1-6310-2E9D-CC59-8D7A76EE3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000" b="1">
                <a:ea typeface="+mn-lt"/>
                <a:cs typeface="+mn-lt"/>
              </a:rPr>
              <a:t>Der CS2 Market ist ein virtueller Markt.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CS2 market egy virtuális piac.</a:t>
            </a:r>
          </a:p>
          <a:p>
            <a:r>
              <a:rPr lang="hu-HU" sz="2000" b="1">
                <a:ea typeface="+mn-lt"/>
                <a:cs typeface="+mn-lt"/>
              </a:rPr>
              <a:t>Spieler kaufen und verkaufen Skins.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játékosok skineket vesznek és adnak el.</a:t>
            </a:r>
          </a:p>
          <a:p>
            <a:r>
              <a:rPr lang="hu-HU" sz="2000" b="1">
                <a:ea typeface="+mn-lt"/>
                <a:cs typeface="+mn-lt"/>
              </a:rPr>
              <a:t>Skins sind kosmetische Items. Sie verändern das Aussehen der Waffen.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skinek kinézeti tárgyak. Megváltoztatják a fegyverek kinézetét.</a:t>
            </a:r>
            <a:endParaRPr lang="en-US" sz="2000"/>
          </a:p>
        </p:txBody>
      </p:sp>
      <p:pic>
        <p:nvPicPr>
          <p:cNvPr id="4" name="Kép 3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436BA425-536D-6B4B-0356-70CFBD4F9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066" y="2199515"/>
            <a:ext cx="5894970" cy="2839451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6B97AC-369E-6F3E-517B-024E1424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933181" cy="1616203"/>
          </a:xfrm>
        </p:spPr>
        <p:txBody>
          <a:bodyPr anchor="b">
            <a:normAutofit/>
          </a:bodyPr>
          <a:lstStyle/>
          <a:p>
            <a:r>
              <a:rPr lang="hu-HU" sz="3200">
                <a:ea typeface="+mj-lt"/>
                <a:cs typeface="+mj-lt"/>
              </a:rPr>
              <a:t>Skin Kategorien</a:t>
            </a:r>
            <a:endParaRPr lang="hu-HU" sz="3200"/>
          </a:p>
        </p:txBody>
      </p:sp>
      <p:pic>
        <p:nvPicPr>
          <p:cNvPr id="5" name="Kép 4" descr="A képen fegyver, karabély, Lőfegyver, lőfegyver látható&#10;&#10;Lehet, hogy az AI által létrehozott tartalom helytelen.">
            <a:extLst>
              <a:ext uri="{FF2B5EF4-FFF2-40B4-BE49-F238E27FC236}">
                <a16:creationId xmlns:a16="http://schemas.microsoft.com/office/drawing/2014/main" id="{59D6AADA-7446-D855-6CCE-07BC8FB47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922518"/>
            <a:ext cx="2967508" cy="1512287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7B39CA-E129-5112-D7BA-6649D38C9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933182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000" b="1">
                <a:ea typeface="+mn-lt"/>
                <a:cs typeface="+mn-lt"/>
              </a:rPr>
              <a:t>In CS2 haben Skins verschiedene Farben.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CS2-ben a skineknek különböző színeik vannak.</a:t>
            </a:r>
          </a:p>
          <a:p>
            <a:r>
              <a:rPr lang="hu-HU" sz="2000" b="1">
                <a:ea typeface="+mn-lt"/>
                <a:cs typeface="+mn-lt"/>
              </a:rPr>
              <a:t>Die Farbe zeigt die Seltenheit.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szín mutatja a ritkaságot.</a:t>
            </a:r>
          </a:p>
        </p:txBody>
      </p:sp>
      <p:pic>
        <p:nvPicPr>
          <p:cNvPr id="6" name="Kép 5" descr="A képen fegyver, Lőfegyver, karabély, lőfegyver látható&#10;&#10;Lehet, hogy az AI által létrehozott tartalom helytelen.">
            <a:extLst>
              <a:ext uri="{FF2B5EF4-FFF2-40B4-BE49-F238E27FC236}">
                <a16:creationId xmlns:a16="http://schemas.microsoft.com/office/drawing/2014/main" id="{F105D2D6-C11D-D027-5790-E37AAF319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1" y="2660745"/>
            <a:ext cx="2967508" cy="152574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C054689-56EC-BBEF-17D5-3FAEAFF5C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84F49E-6627-6F97-5C42-38166C7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E6611D-1F85-FC1B-8175-3F6F70729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Kép 7" descr="A képen tukán látható&#10;&#10;Lehet, hogy az AI által létrehozott tartalom helytelen.">
            <a:extLst>
              <a:ext uri="{FF2B5EF4-FFF2-40B4-BE49-F238E27FC236}">
                <a16:creationId xmlns:a16="http://schemas.microsoft.com/office/drawing/2014/main" id="{142797DB-5B48-4386-721A-46C66306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903" y="4429647"/>
            <a:ext cx="129540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0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3C3E15-4C1E-CB7C-4324-717A0158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hu-HU" sz="3200">
                <a:ea typeface="+mj-lt"/>
                <a:cs typeface="+mj-lt"/>
              </a:rPr>
              <a:t>Der Markt vor dem Crash</a:t>
            </a:r>
            <a:endParaRPr lang="hu-HU" sz="320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9A2141-4488-7419-9A23-D2C5DCA9C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 b="1" dirty="0" err="1"/>
              <a:t>Vor</a:t>
            </a:r>
            <a:r>
              <a:rPr lang="hu-HU" sz="1600" b="1" dirty="0"/>
              <a:t> </a:t>
            </a:r>
            <a:r>
              <a:rPr lang="hu-HU" sz="1600" b="1" dirty="0" err="1"/>
              <a:t>dem</a:t>
            </a:r>
            <a:r>
              <a:rPr lang="hu-HU" sz="1600" b="1" dirty="0"/>
              <a:t> </a:t>
            </a:r>
            <a:r>
              <a:rPr lang="hu-HU" sz="1600" b="1" dirty="0" err="1"/>
              <a:t>Crash</a:t>
            </a:r>
            <a:r>
              <a:rPr lang="hu-HU" sz="1600" b="1" dirty="0"/>
              <a:t> </a:t>
            </a:r>
            <a:r>
              <a:rPr lang="hu-HU" sz="1600" b="1" dirty="0" err="1"/>
              <a:t>war</a:t>
            </a:r>
            <a:r>
              <a:rPr lang="hu-HU" sz="1600" b="1" dirty="0"/>
              <a:t> </a:t>
            </a:r>
            <a:r>
              <a:rPr lang="hu-HU" sz="1600" b="1" dirty="0" err="1"/>
              <a:t>der</a:t>
            </a:r>
            <a:r>
              <a:rPr lang="hu-HU" sz="1600" b="1" dirty="0"/>
              <a:t> </a:t>
            </a:r>
            <a:r>
              <a:rPr lang="hu-HU" sz="1600" b="1" dirty="0" err="1"/>
              <a:t>Markt</a:t>
            </a:r>
            <a:r>
              <a:rPr lang="hu-HU" sz="1600" b="1" dirty="0"/>
              <a:t> </a:t>
            </a:r>
            <a:r>
              <a:rPr lang="hu-HU" sz="1600" b="1" dirty="0" err="1"/>
              <a:t>sehr</a:t>
            </a:r>
            <a:r>
              <a:rPr lang="hu-HU" sz="1600" b="1" dirty="0"/>
              <a:t> </a:t>
            </a:r>
            <a:r>
              <a:rPr lang="hu-HU" sz="1600" b="1" dirty="0" err="1"/>
              <a:t>stark</a:t>
            </a:r>
            <a:r>
              <a:rPr lang="hu-HU" sz="1600" b="1" dirty="0"/>
              <a:t>.</a:t>
            </a:r>
            <a:br>
              <a:rPr lang="hu-HU" sz="1600" dirty="0"/>
            </a:br>
            <a:r>
              <a:rPr lang="hu-HU" sz="1600" i="1" dirty="0"/>
              <a:t>Az összeomlás előtt a market nagyon erős volt.</a:t>
            </a:r>
          </a:p>
          <a:p>
            <a:r>
              <a:rPr lang="hu-HU" sz="1600" b="1" dirty="0" err="1">
                <a:ea typeface="+mn-lt"/>
                <a:cs typeface="+mn-lt"/>
              </a:rPr>
              <a:t>Der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Gesamtwert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war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fast</a:t>
            </a:r>
            <a:r>
              <a:rPr lang="hu-HU" sz="1600" b="1" dirty="0">
                <a:ea typeface="+mn-lt"/>
                <a:cs typeface="+mn-lt"/>
              </a:rPr>
              <a:t> 6 </a:t>
            </a:r>
            <a:r>
              <a:rPr lang="hu-HU" sz="1600" b="1" dirty="0" err="1">
                <a:ea typeface="+mn-lt"/>
                <a:cs typeface="+mn-lt"/>
              </a:rPr>
              <a:t>Milliarden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Dollar</a:t>
            </a:r>
            <a:r>
              <a:rPr lang="hu-HU" sz="1600" b="1" dirty="0">
                <a:ea typeface="+mn-lt"/>
                <a:cs typeface="+mn-lt"/>
              </a:rPr>
              <a:t>.</a:t>
            </a:r>
            <a:br>
              <a:rPr lang="hu-HU" sz="1600" b="1" dirty="0">
                <a:ea typeface="+mn-lt"/>
                <a:cs typeface="+mn-lt"/>
              </a:rPr>
            </a:b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i="1" dirty="0">
                <a:ea typeface="+mn-lt"/>
                <a:cs typeface="+mn-lt"/>
              </a:rPr>
              <a:t>Az összérték majdnem 6 milliárd dollár volt.</a:t>
            </a:r>
          </a:p>
          <a:p>
            <a:r>
              <a:rPr lang="hu-HU" sz="1600" b="1" dirty="0" err="1">
                <a:ea typeface="+mn-lt"/>
                <a:cs typeface="+mn-lt"/>
              </a:rPr>
              <a:t>Viele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Spieler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haben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investiert</a:t>
            </a:r>
            <a:r>
              <a:rPr lang="hu-HU" sz="1600" b="1" dirty="0">
                <a:ea typeface="+mn-lt"/>
                <a:cs typeface="+mn-lt"/>
              </a:rPr>
              <a:t>.</a:t>
            </a:r>
            <a:br>
              <a:rPr lang="hu-HU" sz="1600" b="1" dirty="0">
                <a:ea typeface="+mn-lt"/>
                <a:cs typeface="+mn-lt"/>
              </a:rPr>
            </a:b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i="1" dirty="0">
                <a:ea typeface="+mn-lt"/>
                <a:cs typeface="+mn-lt"/>
              </a:rPr>
              <a:t>Sok játékos befektetett.</a:t>
            </a:r>
          </a:p>
          <a:p>
            <a:r>
              <a:rPr lang="hu-HU" sz="1600" b="1" dirty="0" err="1">
                <a:ea typeface="+mn-lt"/>
                <a:cs typeface="+mn-lt"/>
              </a:rPr>
              <a:t>Die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Preise</a:t>
            </a:r>
            <a:r>
              <a:rPr lang="hu-HU" sz="1600" b="1" dirty="0">
                <a:ea typeface="+mn-lt"/>
                <a:cs typeface="+mn-lt"/>
              </a:rPr>
              <a:t> sind </a:t>
            </a:r>
            <a:r>
              <a:rPr lang="hu-HU" sz="1600" b="1" dirty="0" err="1">
                <a:ea typeface="+mn-lt"/>
                <a:cs typeface="+mn-lt"/>
              </a:rPr>
              <a:t>schnell</a:t>
            </a: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b="1" dirty="0" err="1">
                <a:ea typeface="+mn-lt"/>
                <a:cs typeface="+mn-lt"/>
              </a:rPr>
              <a:t>gestiegen</a:t>
            </a:r>
            <a:r>
              <a:rPr lang="hu-HU" sz="1600" b="1" dirty="0">
                <a:ea typeface="+mn-lt"/>
                <a:cs typeface="+mn-lt"/>
              </a:rPr>
              <a:t>.</a:t>
            </a:r>
            <a:br>
              <a:rPr lang="hu-HU" sz="1600" b="1" dirty="0">
                <a:ea typeface="+mn-lt"/>
                <a:cs typeface="+mn-lt"/>
              </a:rPr>
            </a:br>
            <a:r>
              <a:rPr lang="hu-HU" sz="1600" b="1" dirty="0">
                <a:ea typeface="+mn-lt"/>
                <a:cs typeface="+mn-lt"/>
              </a:rPr>
              <a:t> </a:t>
            </a:r>
            <a:r>
              <a:rPr lang="hu-HU" sz="1600" i="1" dirty="0">
                <a:ea typeface="+mn-lt"/>
                <a:cs typeface="+mn-lt"/>
              </a:rPr>
              <a:t>Az árak gyorsan emelkedtek.</a:t>
            </a:r>
            <a:endParaRPr lang="hu-HU" sz="1600" i="1" dirty="0"/>
          </a:p>
        </p:txBody>
      </p:sp>
      <p:pic>
        <p:nvPicPr>
          <p:cNvPr id="6" name="Kép 5" descr="Capitalização de Mercado de Skins de CS2 — um novo recorde histórico ...">
            <a:extLst>
              <a:ext uri="{FF2B5EF4-FFF2-40B4-BE49-F238E27FC236}">
                <a16:creationId xmlns:a16="http://schemas.microsoft.com/office/drawing/2014/main" id="{0DAF3017-9A90-512D-EC2B-A50F2AE35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500878"/>
            <a:ext cx="6389346" cy="386555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014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B90ECCF-B132-F633-408B-F71DF45E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hu-HU" err="1">
                <a:ea typeface="+mj-lt"/>
                <a:cs typeface="+mj-lt"/>
              </a:rPr>
              <a:t>Was</a:t>
            </a:r>
            <a:r>
              <a:rPr lang="hu-HU">
                <a:ea typeface="+mj-lt"/>
                <a:cs typeface="+mj-lt"/>
              </a:rPr>
              <a:t> </a:t>
            </a:r>
            <a:r>
              <a:rPr lang="hu-HU" err="1">
                <a:ea typeface="+mj-lt"/>
                <a:cs typeface="+mj-lt"/>
              </a:rPr>
              <a:t>ist</a:t>
            </a:r>
            <a:r>
              <a:rPr lang="hu-HU">
                <a:ea typeface="+mj-lt"/>
                <a:cs typeface="+mj-lt"/>
              </a:rPr>
              <a:t> </a:t>
            </a:r>
            <a:r>
              <a:rPr lang="hu-HU" err="1">
                <a:ea typeface="+mj-lt"/>
                <a:cs typeface="+mj-lt"/>
              </a:rPr>
              <a:t>passiert</a:t>
            </a:r>
            <a:r>
              <a:rPr lang="hu-HU">
                <a:ea typeface="+mj-lt"/>
                <a:cs typeface="+mj-lt"/>
              </a:rPr>
              <a:t>? (</a:t>
            </a:r>
            <a:r>
              <a:rPr lang="hu-HU" err="1">
                <a:ea typeface="+mj-lt"/>
                <a:cs typeface="+mj-lt"/>
              </a:rPr>
              <a:t>Crash</a:t>
            </a:r>
            <a:r>
              <a:rPr lang="hu-HU">
                <a:ea typeface="+mj-lt"/>
                <a:cs typeface="+mj-lt"/>
              </a:rPr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3C2088-CB57-CA95-DAB2-9F1053931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000" b="1">
                <a:ea typeface="+mn-lt"/>
                <a:cs typeface="+mn-lt"/>
              </a:rPr>
              <a:t>Dann kam ein großes Update.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Aztán jött egy nagy frissítés.</a:t>
            </a:r>
          </a:p>
          <a:p>
            <a:r>
              <a:rPr lang="hu-HU" sz="2000" b="1">
                <a:ea typeface="+mn-lt"/>
                <a:cs typeface="+mn-lt"/>
              </a:rPr>
              <a:t>Das Update hat den Markt verändert.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frissítés megváltoztatta a marketet.</a:t>
            </a:r>
          </a:p>
          <a:p>
            <a:r>
              <a:rPr lang="hu-HU" sz="2000" b="1">
                <a:ea typeface="+mn-lt"/>
                <a:cs typeface="+mn-lt"/>
              </a:rPr>
              <a:t>Rote Skins wurden plötzlich wichtiger.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piros skinek hirtelen fontosabbak lettek.</a:t>
            </a:r>
          </a:p>
          <a:p>
            <a:r>
              <a:rPr lang="hu-HU" sz="2000" b="1">
                <a:ea typeface="+mn-lt"/>
                <a:cs typeface="+mn-lt"/>
              </a:rPr>
              <a:t>Goldene Skins wurden weniger wert.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Az arany skinek kevesebbet értek.</a:t>
            </a:r>
            <a:endParaRPr lang="hu-HU" sz="2000" i="1"/>
          </a:p>
        </p:txBody>
      </p:sp>
      <p:pic>
        <p:nvPicPr>
          <p:cNvPr id="7" name="Kép 6" descr="ohnepixel shocked by CS2's skin market crash - YouTube">
            <a:extLst>
              <a:ext uri="{FF2B5EF4-FFF2-40B4-BE49-F238E27FC236}">
                <a16:creationId xmlns:a16="http://schemas.microsoft.com/office/drawing/2014/main" id="{C17896AB-C964-D733-DF93-88A8EC0BE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11" y="838440"/>
            <a:ext cx="3848322" cy="2155060"/>
          </a:xfrm>
          <a:prstGeom prst="rect">
            <a:avLst/>
          </a:prstGeom>
        </p:spPr>
      </p:pic>
      <p:pic>
        <p:nvPicPr>
          <p:cNvPr id="6" name="Kép 5" descr="A képen szöveg, képernyőkép, Betűtípus, Márka látható&#10;&#10;Lehet, hogy az AI által létrehozott tartalom helytelen.">
            <a:extLst>
              <a:ext uri="{FF2B5EF4-FFF2-40B4-BE49-F238E27FC236}">
                <a16:creationId xmlns:a16="http://schemas.microsoft.com/office/drawing/2014/main" id="{0DA2FE99-559B-000E-9DB2-3E4105215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1" y="3665978"/>
            <a:ext cx="3848322" cy="256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82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87732C6-E5C9-CCE5-4E13-1A7D4E91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hu-HU" dirty="0" err="1">
                <a:ea typeface="+mj-lt"/>
                <a:cs typeface="+mj-lt"/>
              </a:rPr>
              <a:t>Warum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war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das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ein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Crash</a:t>
            </a:r>
            <a:r>
              <a:rPr lang="hu-HU" dirty="0">
                <a:ea typeface="+mj-lt"/>
                <a:cs typeface="+mj-lt"/>
              </a:rPr>
              <a:t>?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C32DA3-C2FC-DF0C-3E8E-57E5EB257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 sz="2000" b="1">
                <a:ea typeface="+mn-lt"/>
                <a:cs typeface="+mn-lt"/>
              </a:rPr>
              <a:t>Viele Preise sind gefallen.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Sok ár leesett.</a:t>
            </a:r>
          </a:p>
          <a:p>
            <a:r>
              <a:rPr lang="hu-HU" sz="2000" b="1">
                <a:ea typeface="+mn-lt"/>
                <a:cs typeface="+mn-lt"/>
              </a:rPr>
              <a:t>Der Marktwert fiel von 6 auf 3,5 Milliarden Dollar.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A market értéke 6-ről 3,5 milliárd dollárra esett.</a:t>
            </a:r>
          </a:p>
          <a:p>
            <a:r>
              <a:rPr lang="hu-HU" sz="2000" b="1">
                <a:ea typeface="+mn-lt"/>
                <a:cs typeface="+mn-lt"/>
              </a:rPr>
              <a:t>Viele Spieler haben Geld verloren.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Sok játékos pénzt veszített.</a:t>
            </a:r>
          </a:p>
          <a:p>
            <a:r>
              <a:rPr lang="hu-HU" sz="2000" b="1">
                <a:ea typeface="+mn-lt"/>
                <a:cs typeface="+mn-lt"/>
              </a:rPr>
              <a:t>Manche waren sehr wütend und traurig.</a:t>
            </a:r>
            <a:br>
              <a:rPr lang="hu-HU" sz="2000" b="1">
                <a:ea typeface="+mn-lt"/>
                <a:cs typeface="+mn-lt"/>
              </a:rPr>
            </a:br>
            <a:r>
              <a:rPr lang="hu-HU" sz="2000" b="1">
                <a:ea typeface="+mn-lt"/>
                <a:cs typeface="+mn-lt"/>
              </a:rPr>
              <a:t> </a:t>
            </a:r>
            <a:r>
              <a:rPr lang="hu-HU" sz="2000" i="1">
                <a:ea typeface="+mn-lt"/>
                <a:cs typeface="+mn-lt"/>
              </a:rPr>
              <a:t>Néhányan nagyon mérgesek és szomorúak voltak.</a:t>
            </a:r>
            <a:endParaRPr lang="hu-HU" sz="2000" i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Kép 4" descr="Image">
            <a:extLst>
              <a:ext uri="{FF2B5EF4-FFF2-40B4-BE49-F238E27FC236}">
                <a16:creationId xmlns:a16="http://schemas.microsoft.com/office/drawing/2014/main" id="{D0DD3E28-0C80-54F5-AF7D-D8DFF0D9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755" y="3811491"/>
            <a:ext cx="3651335" cy="2293454"/>
          </a:xfrm>
          <a:prstGeom prst="rect">
            <a:avLst/>
          </a:prstGeom>
        </p:spPr>
      </p:pic>
      <p:pic>
        <p:nvPicPr>
          <p:cNvPr id="6" name="Kép 5" descr="Image">
            <a:extLst>
              <a:ext uri="{FF2B5EF4-FFF2-40B4-BE49-F238E27FC236}">
                <a16:creationId xmlns:a16="http://schemas.microsoft.com/office/drawing/2014/main" id="{49EC1845-0415-5489-C7F6-01A6C160A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756" y="1400232"/>
            <a:ext cx="3651335" cy="229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8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3EA6FA-2181-1E57-C44C-B222EF04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a typeface="+mj-lt"/>
                <a:cs typeface="+mj-lt"/>
              </a:rPr>
              <a:t>Der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Markt</a:t>
            </a:r>
            <a:r>
              <a:rPr lang="hu-HU" dirty="0">
                <a:ea typeface="+mj-lt"/>
                <a:cs typeface="+mj-lt"/>
              </a:rPr>
              <a:t> </a:t>
            </a:r>
            <a:r>
              <a:rPr lang="hu-HU" dirty="0" err="1">
                <a:ea typeface="+mj-lt"/>
                <a:cs typeface="+mj-lt"/>
              </a:rPr>
              <a:t>heute</a:t>
            </a:r>
            <a:endParaRPr lang="hu-HU" dirty="0" err="1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7E9477-0610-7048-0284-6ABCD864E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 dirty="0" err="1">
                <a:ea typeface="+mn-lt"/>
                <a:cs typeface="+mn-lt"/>
              </a:rPr>
              <a:t>Heute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geht</a:t>
            </a:r>
            <a:r>
              <a:rPr lang="hu-HU" b="1" dirty="0">
                <a:ea typeface="+mn-lt"/>
                <a:cs typeface="+mn-lt"/>
              </a:rPr>
              <a:t> es </a:t>
            </a:r>
            <a:r>
              <a:rPr lang="hu-HU" b="1" dirty="0" err="1">
                <a:ea typeface="+mn-lt"/>
                <a:cs typeface="+mn-lt"/>
              </a:rPr>
              <a:t>dem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Markt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besser</a:t>
            </a:r>
            <a:r>
              <a:rPr lang="hu-HU" b="1" dirty="0">
                <a:ea typeface="+mn-lt"/>
                <a:cs typeface="+mn-lt"/>
              </a:rPr>
              <a:t>.</a:t>
            </a:r>
            <a:br>
              <a:rPr lang="hu-HU" b="1" dirty="0">
                <a:ea typeface="+mn-lt"/>
                <a:cs typeface="+mn-lt"/>
              </a:rPr>
            </a:br>
            <a:r>
              <a:rPr lang="hu-HU" b="1" dirty="0">
                <a:ea typeface="+mn-lt"/>
                <a:cs typeface="+mn-lt"/>
              </a:rPr>
              <a:t> </a:t>
            </a:r>
            <a:r>
              <a:rPr lang="hu-HU" i="1" dirty="0">
                <a:ea typeface="+mn-lt"/>
                <a:cs typeface="+mn-lt"/>
              </a:rPr>
              <a:t>Ma jobban van a market.</a:t>
            </a:r>
          </a:p>
          <a:p>
            <a:r>
              <a:rPr lang="hu-HU" b="1" dirty="0" err="1">
                <a:ea typeface="+mn-lt"/>
                <a:cs typeface="+mn-lt"/>
              </a:rPr>
              <a:t>Die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Preise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steigen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wieder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langsam</a:t>
            </a:r>
            <a:r>
              <a:rPr lang="hu-HU" b="1" dirty="0">
                <a:ea typeface="+mn-lt"/>
                <a:cs typeface="+mn-lt"/>
              </a:rPr>
              <a:t>.</a:t>
            </a:r>
            <a:br>
              <a:rPr lang="hu-HU" b="1" dirty="0">
                <a:ea typeface="+mn-lt"/>
                <a:cs typeface="+mn-lt"/>
              </a:rPr>
            </a:br>
            <a:r>
              <a:rPr lang="hu-HU" b="1" dirty="0">
                <a:ea typeface="+mn-lt"/>
                <a:cs typeface="+mn-lt"/>
              </a:rPr>
              <a:t> </a:t>
            </a:r>
            <a:r>
              <a:rPr lang="hu-HU" i="1" dirty="0">
                <a:ea typeface="+mn-lt"/>
                <a:cs typeface="+mn-lt"/>
              </a:rPr>
              <a:t>Az árak lassan újra emelkednek.</a:t>
            </a:r>
          </a:p>
          <a:p>
            <a:r>
              <a:rPr lang="hu-HU" b="1" dirty="0">
                <a:ea typeface="+mn-lt"/>
                <a:cs typeface="+mn-lt"/>
              </a:rPr>
              <a:t>Manche </a:t>
            </a:r>
            <a:r>
              <a:rPr lang="hu-HU" b="1" dirty="0" err="1">
                <a:ea typeface="+mn-lt"/>
                <a:cs typeface="+mn-lt"/>
              </a:rPr>
              <a:t>Skins</a:t>
            </a:r>
            <a:r>
              <a:rPr lang="hu-HU" b="1" dirty="0">
                <a:ea typeface="+mn-lt"/>
                <a:cs typeface="+mn-lt"/>
              </a:rPr>
              <a:t> sind </a:t>
            </a:r>
            <a:r>
              <a:rPr lang="hu-HU" b="1" dirty="0" err="1">
                <a:ea typeface="+mn-lt"/>
                <a:cs typeface="+mn-lt"/>
              </a:rPr>
              <a:t>wieder</a:t>
            </a:r>
            <a:r>
              <a:rPr lang="hu-HU" b="1" dirty="0">
                <a:ea typeface="+mn-lt"/>
                <a:cs typeface="+mn-lt"/>
              </a:rPr>
              <a:t> </a:t>
            </a:r>
            <a:r>
              <a:rPr lang="hu-HU" b="1" dirty="0" err="1">
                <a:ea typeface="+mn-lt"/>
                <a:cs typeface="+mn-lt"/>
              </a:rPr>
              <a:t>im</a:t>
            </a:r>
            <a:r>
              <a:rPr lang="hu-HU" b="1" dirty="0">
                <a:ea typeface="+mn-lt"/>
                <a:cs typeface="+mn-lt"/>
              </a:rPr>
              <a:t> Plus.</a:t>
            </a:r>
            <a:br>
              <a:rPr lang="hu-HU" b="1" dirty="0">
                <a:ea typeface="+mn-lt"/>
                <a:cs typeface="+mn-lt"/>
              </a:rPr>
            </a:br>
            <a:r>
              <a:rPr lang="hu-HU" b="1" dirty="0">
                <a:ea typeface="+mn-lt"/>
                <a:cs typeface="+mn-lt"/>
              </a:rPr>
              <a:t> </a:t>
            </a:r>
            <a:r>
              <a:rPr lang="hu-HU" i="1" dirty="0">
                <a:ea typeface="+mn-lt"/>
                <a:cs typeface="+mn-lt"/>
              </a:rPr>
              <a:t>Néhány </a:t>
            </a:r>
            <a:r>
              <a:rPr lang="hu-HU" i="1" dirty="0" err="1">
                <a:ea typeface="+mn-lt"/>
                <a:cs typeface="+mn-lt"/>
              </a:rPr>
              <a:t>skin</a:t>
            </a:r>
            <a:r>
              <a:rPr lang="hu-HU" i="1" dirty="0">
                <a:ea typeface="+mn-lt"/>
                <a:cs typeface="+mn-lt"/>
              </a:rPr>
              <a:t> újra pluszban van.</a:t>
            </a:r>
            <a:endParaRPr lang="hu-HU" i="1" dirty="0"/>
          </a:p>
        </p:txBody>
      </p:sp>
      <p:pic>
        <p:nvPicPr>
          <p:cNvPr id="5" name="Kép 4" descr="Image">
            <a:extLst>
              <a:ext uri="{FF2B5EF4-FFF2-40B4-BE49-F238E27FC236}">
                <a16:creationId xmlns:a16="http://schemas.microsoft.com/office/drawing/2014/main" id="{4C72CD7B-0EC6-E0AA-D0F5-A012CDAD1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28" y="1483291"/>
            <a:ext cx="3588707" cy="356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1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Office-téma</vt:lpstr>
      <vt:lpstr>Der CS2 Market Crash</vt:lpstr>
      <vt:lpstr>Was ist der CS2 Market?</vt:lpstr>
      <vt:lpstr>Skin Kategorien</vt:lpstr>
      <vt:lpstr>Der Markt vor dem Crash</vt:lpstr>
      <vt:lpstr>Was ist passiert? (Crash)</vt:lpstr>
      <vt:lpstr>Warum war das ein Crash?</vt:lpstr>
      <vt:lpstr>Der Markt heute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180</cp:revision>
  <dcterms:created xsi:type="dcterms:W3CDTF">2026-01-26T20:05:06Z</dcterms:created>
  <dcterms:modified xsi:type="dcterms:W3CDTF">2026-01-26T21:09:51Z</dcterms:modified>
</cp:coreProperties>
</file>